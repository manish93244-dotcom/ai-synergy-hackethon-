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6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0A2D-FEA5-1764-792B-68BF5BE8C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E68C4-882F-BFD1-BBBC-EE38CD057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BDEC2-0161-8FAF-C583-B7B8CCF4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F352B-C7D1-0DEB-6DAA-AACAEB61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017D3-4F40-D809-EC80-1DA96433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44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F923-ABD5-85D6-AA04-EDC78456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61167-CF81-9CD6-B425-230C0B31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310E5-CBE9-8A01-0658-B755CB2F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97EF4-890E-098C-412B-B5702600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E36DF-C224-2AB9-5490-D761FC3F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8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DD23-01D6-3769-78DB-AF85B1F47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24E0B-CD91-A7E6-6234-F43581283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5EA3F-C1D5-96F9-0401-EAC36C71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37155-1557-0511-2263-474998F0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7CCB3-C0B8-11E8-97BA-855F35F9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13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D121-3E11-0040-CA04-517585E0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A8A94-AE89-1D6A-B3BC-02B647DFF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49CC2-5514-FFEA-3C0B-117E1ADFA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DDF31-DFB2-CFB2-E0F0-7F9E30C8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E300F-389C-4D37-D8FD-CB524F19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4BC2C-9DB2-61C3-F72D-F73F54CB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89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5332-1710-015A-FDB0-A8039E8A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AF6CA-94A7-8B62-99C8-8FE4F7C7D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7C50F-D395-F3B8-028A-BED295D5B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0C06E-4524-1C79-3F90-528703C91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76918E-BAF2-68A5-4474-9AFD73488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6C970-070C-610E-F40D-92E2F6C7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DCA6C-612F-D93E-5193-F755F2015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9FEE6-F597-DEC6-E445-D0446CE0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93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38CD-F5E5-DFB0-0876-C3BF5AD1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7B123-A46A-5043-C640-5A7DB71A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0466C-5881-9C13-A76A-70921635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17DE8-FB89-ED61-090D-7547D00B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8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05662-9FB9-9806-0FFE-78666EB0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08CB6-1773-A09D-FC58-2A43E5A4D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8413D-88C9-E882-7471-3E922C87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751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A695E-5CB6-F731-E17C-5C0BFF9F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ED4DF-627D-A59B-28DC-E09684284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40C9B-B165-F78D-3EE2-E4BEF7AB7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96F6B-383B-5A9E-F4B2-12653968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C053B-C658-E188-D424-50D20CCC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6F5E6-813C-87B6-141E-FFC9D80F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77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4C85-9BEE-C829-076E-F13D675A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1607D-EC45-4F92-272A-886C27EA991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A444F-D7F9-D4E7-2735-F18759DFE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F0116-7880-8471-2589-C80EBEBD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AD92A-7FC2-26FD-9797-79A40522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5FE77-A60D-F850-1763-12224276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22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78237-9ADC-957A-6AB9-6AC77039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D6564-CFFB-3577-F327-0C1EAB4B2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291B-C0CA-4A12-A87F-9AD72738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7FC29-9202-2A71-BCEE-068E78CF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E787E-BD94-D242-BF22-C1B8777F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15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57596-4C90-CECA-AE46-7CAD10CE3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89855-DAD7-4275-B9C8-437CBC3D3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3A37-1067-BA58-3670-60FA8B43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0BA13-FF1F-5DFA-087F-8C232A94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71044-ACAB-753D-2B5C-061316F2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54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333D3-CDCC-7DB8-841B-E2B22DAF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31047-3CBC-8C26-A244-BE2ACBAD5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5466E-9308-5D7A-C2CC-CE835566D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2C019-7FEC-4E31-BF65-491BC246710E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4B929-69A5-0F40-02F5-181FAF4EB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B7E53-CD2A-7E3F-58BA-96A33D303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F5F60-3262-48C7-B8F3-ABB96A84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5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FACE8-B7C2-D06C-FF15-24F2D04B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C73045-D194-D5BF-CA7A-FB2628AFE16C}"/>
              </a:ext>
            </a:extLst>
          </p:cNvPr>
          <p:cNvSpPr/>
          <p:nvPr/>
        </p:nvSpPr>
        <p:spPr>
          <a:xfrm>
            <a:off x="0" y="6381749"/>
            <a:ext cx="12192000" cy="504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6545D2-990B-C1E6-3591-B2F0850B4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282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9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AI SYNERGY HACKATHON  (ROUND-1)</a:t>
            </a:r>
            <a:br>
              <a:rPr lang="en-US" sz="49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br>
              <a:rPr lang="en-US" sz="4900" dirty="0"/>
            </a:br>
            <a:r>
              <a:rPr lang="en-US" b="1" dirty="0"/>
              <a:t>Team Name- </a:t>
            </a:r>
            <a:r>
              <a:rPr lang="en-US" b="1" dirty="0" err="1"/>
              <a:t>CodeMaxx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Team name -Manish Kumar (Leader)</a:t>
            </a:r>
            <a:br>
              <a:rPr lang="en-US" b="1" dirty="0"/>
            </a:br>
            <a:r>
              <a:rPr lang="en-US" b="1" dirty="0"/>
              <a:t>                          -</a:t>
            </a:r>
            <a:r>
              <a:rPr lang="en-US" b="1" dirty="0" err="1"/>
              <a:t>karan</a:t>
            </a:r>
            <a:r>
              <a:rPr lang="en-US" b="1" dirty="0"/>
              <a:t> patel </a:t>
            </a:r>
            <a:br>
              <a:rPr lang="en-US" b="1" dirty="0"/>
            </a:br>
            <a:r>
              <a:rPr lang="en-US" b="1" dirty="0"/>
              <a:t>                          - </a:t>
            </a:r>
            <a:r>
              <a:rPr lang="en-US" b="1" dirty="0" err="1"/>
              <a:t>kartik</a:t>
            </a:r>
            <a:r>
              <a:rPr lang="en-US" b="1" dirty="0"/>
              <a:t> </a:t>
            </a:r>
            <a:r>
              <a:rPr lang="en-US" b="1" dirty="0" err="1"/>
              <a:t>sharma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                          - Atharv Jain</a:t>
            </a:r>
            <a:br>
              <a:rPr lang="en-US" b="1" dirty="0"/>
            </a:br>
            <a:r>
              <a:rPr lang="en-US" b="1" dirty="0"/>
              <a:t>  </a:t>
            </a:r>
            <a:br>
              <a:rPr lang="en-US" b="1" dirty="0"/>
            </a:br>
            <a:r>
              <a:rPr lang="en-US" b="1" dirty="0">
                <a:solidFill>
                  <a:srgbClr val="00B050"/>
                </a:solidFill>
              </a:rPr>
              <a:t>Problem space:- Healthcare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935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8065-8E3A-023A-E979-182B1B3E8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Final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6F464-19B0-4825-8E63-110FBD882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Patients flagged for follow-up in district OPD often don’t return, not because clinicians fail to identify them, but because the instruction is ambiguous and the hospital can’t reliably reach the right person.</a:t>
            </a:r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99EA05-7DD5-5125-031A-EEAEEA7037E0}"/>
              </a:ext>
            </a:extLst>
          </p:cNvPr>
          <p:cNvSpPr/>
          <p:nvPr/>
        </p:nvSpPr>
        <p:spPr>
          <a:xfrm>
            <a:off x="0" y="6381749"/>
            <a:ext cx="12192000" cy="504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471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1AA8-6DBE-CFC3-DF6F-3BA766DC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Understanding: The Follow-Up Blind Spot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581B0-63FC-C950-8BA0-2951D5C2E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• High Volume: ~900 outpatient visits daily.</a:t>
            </a:r>
          </a:p>
          <a:p>
            <a:r>
              <a:rPr lang="en-US"/>
              <a:t>• High Drop-off: 28% miss the follow-up window.</a:t>
            </a:r>
          </a:p>
          <a:p>
            <a:r>
              <a:rPr lang="en-US"/>
              <a:t>• Communication Breakdown: Follow-up instructions are highly variable free-text.</a:t>
            </a:r>
          </a:p>
          <a:p>
            <a:r>
              <a:rPr lang="en-US"/>
              <a:t>• Reachability Crisis: 19% use shared numbers, 7% are totally unreachable.</a:t>
            </a:r>
          </a:p>
          <a:p>
            <a:r>
              <a:rPr lang="en-US"/>
              <a:t>• Constraint: Clinical teams reject independent AI diagnosis or triage.</a:t>
            </a:r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C91740-EBA3-B8D4-EA90-6A535A30FF0B}"/>
              </a:ext>
            </a:extLst>
          </p:cNvPr>
          <p:cNvSpPr/>
          <p:nvPr/>
        </p:nvSpPr>
        <p:spPr>
          <a:xfrm>
            <a:off x="0" y="6381749"/>
            <a:ext cx="12192000" cy="504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105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08E7-8F27-BB5A-173F-F6586AF5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Solution: The Continuity Bundle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FD09C-57BE-B345-CBC3-2132C4912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C1 - Follow-Up Structurer: Converts free-text notes into a structured format (When, Why, Bring) pending doctor approval.</a:t>
            </a:r>
          </a:p>
          <a:p>
            <a:r>
              <a:rPr lang="en-US" dirty="0"/>
              <a:t>2. C2 - Contact Consent Ledger: Front-desk UI to record precise consent for shared/alternate numbers.</a:t>
            </a:r>
          </a:p>
          <a:p>
            <a:r>
              <a:rPr lang="en-US" dirty="0"/>
              <a:t>3. C3 - CHW Handoff List: Auto-generates routing lists for community health workers targeting the 7% unreachable baseline.</a:t>
            </a:r>
          </a:p>
          <a:p>
            <a:r>
              <a:rPr lang="en-US" dirty="0"/>
              <a:t>4. C4-  Shared-Phone Contact Resolver (Registration Desk): Staff verify phone status (Personal, Shared, Unreachable). For shared phones, the system captures the Phone Holder Relationship and Best Contact Window. 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54A96F-C07B-721D-B4E7-AB68658C1187}"/>
              </a:ext>
            </a:extLst>
          </p:cNvPr>
          <p:cNvSpPr/>
          <p:nvPr/>
        </p:nvSpPr>
        <p:spPr>
          <a:xfrm>
            <a:off x="0" y="6381749"/>
            <a:ext cx="12192000" cy="504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82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C577-D57F-B2A2-5098-8DD84F5E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 of AI and Humans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B6100-AEF6-20F9-2177-A7125B27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AI Responsibilities:</a:t>
            </a:r>
          </a:p>
          <a:p>
            <a:r>
              <a:rPr lang="en-US"/>
              <a:t>• Natural Language Processing (NLP) to extract structured entities from messy clinical text.</a:t>
            </a:r>
          </a:p>
          <a:p>
            <a:r>
              <a:rPr lang="en-US"/>
              <a:t>• Flagging missing critical variables (e.g., missing return date).</a:t>
            </a:r>
          </a:p>
          <a:p>
            <a:endParaRPr lang="en-US"/>
          </a:p>
          <a:p>
            <a:r>
              <a:rPr lang="en-US"/>
              <a:t>Human Responsibilities:</a:t>
            </a:r>
          </a:p>
          <a:p>
            <a:r>
              <a:rPr lang="en-US"/>
              <a:t>• Doctors: Final authoritative confirmation of the generated card.</a:t>
            </a:r>
          </a:p>
          <a:p>
            <a:r>
              <a:rPr lang="en-US"/>
              <a:t>• Admin Staff: Verifying physical identity and consent at the desk.</a:t>
            </a:r>
          </a:p>
          <a:p>
            <a:r>
              <a:rPr lang="en-US"/>
              <a:t>• CHWs: Executing the physical follow-up.</a:t>
            </a:r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A1D60C-CE48-12FE-7100-BB11A342B2CA}"/>
              </a:ext>
            </a:extLst>
          </p:cNvPr>
          <p:cNvSpPr/>
          <p:nvPr/>
        </p:nvSpPr>
        <p:spPr>
          <a:xfrm>
            <a:off x="0" y="6381749"/>
            <a:ext cx="12192000" cy="504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875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5B1F-62F3-4C04-C8B3-EC3230756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Feasibility, Risks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B21CE-5EC7-36EB-DF03-182264D9D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• Feasibility: High. Relies on standard NLP extraction without requiring complex medical diagnostic models.</a:t>
            </a:r>
          </a:p>
          <a:p>
            <a:r>
              <a:rPr lang="en-US"/>
              <a:t>• Risk: AI misinterpreting negative instructions (e.g., 'do not take X' mapped as 'take X').</a:t>
            </a:r>
          </a:p>
          <a:p>
            <a:r>
              <a:rPr lang="en-US"/>
              <a:t>• Mitigation: Mandatory 'Accept/Reject' UI for the prescribing doctor.</a:t>
            </a:r>
          </a:p>
          <a:p>
            <a:r>
              <a:rPr lang="en-US"/>
              <a:t>• Limitation: Cannot force patients to return if transportation is the primary barrier.</a:t>
            </a:r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74FC46-A6A5-04EF-86AB-F73DD35B8F6A}"/>
              </a:ext>
            </a:extLst>
          </p:cNvPr>
          <p:cNvSpPr/>
          <p:nvPr/>
        </p:nvSpPr>
        <p:spPr>
          <a:xfrm>
            <a:off x="0" y="6381749"/>
            <a:ext cx="12192000" cy="504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183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FF69-D6A8-5221-53AB-6A2553F2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2 Implementation &amp; Tech Stack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33A18-1DCD-D285-FC08-53B408E1C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• Focus: Building the thin vertical slice (C1 + C2 + C3) for the hackathon.</a:t>
            </a:r>
          </a:p>
          <a:p>
            <a:r>
              <a:rPr lang="en-IN"/>
              <a:t>• Frontend: React.js for doctor and CHW dashboards.</a:t>
            </a:r>
          </a:p>
          <a:p>
            <a:r>
              <a:rPr lang="en-IN"/>
              <a:t>• Backend: Node.js / Express processing API requests.</a:t>
            </a:r>
          </a:p>
          <a:p>
            <a:r>
              <a:rPr lang="en-IN"/>
              <a:t>• Database: MongoDB (MERN Stack) for flexible patient ledgers.</a:t>
            </a:r>
          </a:p>
          <a:p>
            <a:r>
              <a:rPr lang="en-IN"/>
              <a:t>• Deployment: Render for seamless, continuous hosting to ensure reliable testing access.</a:t>
            </a:r>
          </a:p>
          <a:p>
            <a:r>
              <a:rPr lang="en-IN"/>
              <a:t>• Exclusions: Version 2 will handle WhatsApp/SMS automation.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C2DC4D-A1EB-D24C-199B-220EAB35E77A}"/>
              </a:ext>
            </a:extLst>
          </p:cNvPr>
          <p:cNvSpPr/>
          <p:nvPr/>
        </p:nvSpPr>
        <p:spPr>
          <a:xfrm>
            <a:off x="0" y="6381749"/>
            <a:ext cx="12192000" cy="504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90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C310-30CD-7EF5-F73D-BB5FD1807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AA20A-F647-48B2-EE66-F14B8623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    </a:t>
            </a:r>
            <a:r>
              <a:rPr lang="en-US" sz="4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8AE2C2-2DEB-9771-8531-8C9F8A3BEA1B}"/>
              </a:ext>
            </a:extLst>
          </p:cNvPr>
          <p:cNvSpPr/>
          <p:nvPr/>
        </p:nvSpPr>
        <p:spPr>
          <a:xfrm>
            <a:off x="0" y="6381749"/>
            <a:ext cx="12192000" cy="504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487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512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      AI SYNERGY HACKATHON  (ROUND-1)  Team Name- CodeMaxx  Team name -Manish Kumar (Leader)                           -karan patel                            - kartik sharma                            - Atharv Jain    Problem space:- Healthcare  </vt:lpstr>
      <vt:lpstr>Final Problem Statement</vt:lpstr>
      <vt:lpstr>Case Understanding: The Follow-Up Blind Spot</vt:lpstr>
      <vt:lpstr>Proposed Solution: The Continuity Bundle</vt:lpstr>
      <vt:lpstr>Role of AI and Humans</vt:lpstr>
      <vt:lpstr>Feasibility, Risks &amp; Limitations</vt:lpstr>
      <vt:lpstr>Round 2 Implementation &amp; Tech Stack</vt:lpstr>
      <vt:lpstr>                                                                  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Patel</dc:creator>
  <cp:lastModifiedBy>Karan Patel</cp:lastModifiedBy>
  <cp:revision>1</cp:revision>
  <dcterms:created xsi:type="dcterms:W3CDTF">2026-10-14T17:29:32Z</dcterms:created>
  <dcterms:modified xsi:type="dcterms:W3CDTF">2026-10-14T17:44:59Z</dcterms:modified>
</cp:coreProperties>
</file>